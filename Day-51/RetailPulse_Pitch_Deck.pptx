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3" d="100"/>
          <a:sy n="73" d="100"/>
        </p:scale>
        <p:origin x="5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659399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4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097280"/>
            <a:ext cx="5029200" cy="5029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2743200"/>
            <a:ext cx="2926080" cy="29260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331720"/>
            <a:ext cx="8686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RETAILPULSE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822960" y="324612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1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AI-Augmented, Cloud-Ready E-Commerce Data Engineering Pipeline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44348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F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 Talks 60-Day Claude AI Challenge  ·  Capstone Project  ·  v1.0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4800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F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for: Cloud Data Engineer (Fresher) Interviews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Aspiring cloud data engineers struggle to prove hands-on skill without paid cloud infrastructure.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2148840"/>
            <a:ext cx="3429000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CE6EA"/>
            </a:solidFill>
            <a:prstDash val="solid"/>
          </a:ln>
          <a:effectLst>
            <a:outerShdw blurRad="101600" dist="38100" dir="5400000" algn="bl" rotWithShape="0">
              <a:srgbClr val="0D2436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46888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4688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22960" y="3154680"/>
            <a:ext cx="2880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Theory Without Proof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22960" y="3749040"/>
            <a:ext cx="2880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Conceptual AWS knowledge with no working pipeline to point to in an interview.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297680" y="2148840"/>
            <a:ext cx="3429000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CE6EA"/>
            </a:solidFill>
            <a:prstDash val="solid"/>
          </a:ln>
          <a:effectLst>
            <a:outerShdw blurRad="101600" dist="38100" dir="5400000" algn="bl" rotWithShape="0">
              <a:srgbClr val="0D2436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17720" y="246888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4617720" y="24688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572000" y="3154680"/>
            <a:ext cx="2880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Style Without Substance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572000" y="3749040"/>
            <a:ext cx="2880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Flashy AI chatbot demos with little real data engineering underneath.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046720" y="2148840"/>
            <a:ext cx="3429000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CE6EA"/>
            </a:solidFill>
            <a:prstDash val="solid"/>
          </a:ln>
          <a:effectLst>
            <a:outerShdw blurRad="101600" dist="38100" dir="5400000" algn="bl" rotWithShape="0">
              <a:srgbClr val="0D2436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66760" y="246888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6" name="Text 14"/>
          <p:cNvSpPr/>
          <p:nvPr/>
        </p:nvSpPr>
        <p:spPr>
          <a:xfrm>
            <a:off x="8366760" y="24688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321040" y="3154680"/>
            <a:ext cx="2880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 Barrier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321040" y="3749040"/>
            <a:ext cx="2880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cloud infrastructure costs money — a blocker for many freshers building a portfolio.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65105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A9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RetailPulse  ·  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24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This Is Built For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600200"/>
            <a:ext cx="457200" cy="457200"/>
          </a:xfrm>
          <a:prstGeom prst="ellipse">
            <a:avLst/>
          </a:prstGeom>
          <a:solidFill>
            <a:srgbClr val="21C39A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600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24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325880" y="150876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Recruiters &amp; HR Screeners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263640" y="1508760"/>
            <a:ext cx="5303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7D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a credible, visual signal of applied data skill within 2–3 minutes of viewing.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2971800"/>
            <a:ext cx="457200" cy="457200"/>
          </a:xfrm>
          <a:prstGeom prst="ellipse">
            <a:avLst/>
          </a:prstGeom>
          <a:solidFill>
            <a:srgbClr val="21C39A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971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24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325880" y="288036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Technical Interviewers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263640" y="2880360"/>
            <a:ext cx="5303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7D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an architecture they can probe: schema choices, SQL depth, pipeline failure handling.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" y="4343400"/>
            <a:ext cx="457200" cy="457200"/>
          </a:xfrm>
          <a:prstGeom prst="ellipse">
            <a:avLst/>
          </a:prstGeom>
          <a:solidFill>
            <a:srgbClr val="21C39A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4343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24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325880" y="425196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Builder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263640" y="4251960"/>
            <a:ext cx="5303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7D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a project deeply understood end-to-end, plus real practice with the target skill set.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" y="65105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F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RetailPulse  ·  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Solution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working, explainable, end-to-end e-commerce data pipeline — with a small, credible AI insights layer on top — built entirely on free tools.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16636" y="3017520"/>
            <a:ext cx="1645920" cy="1371600"/>
          </a:xfrm>
          <a:prstGeom prst="roundRect">
            <a:avLst>
              <a:gd name="adj" fmla="val 6667"/>
            </a:avLst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589788" y="3017520"/>
            <a:ext cx="1499616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E-commerce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2162556" y="3017520"/>
            <a:ext cx="25603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418588" y="3017520"/>
            <a:ext cx="1645920" cy="1371600"/>
          </a:xfrm>
          <a:prstGeom prst="roundRect">
            <a:avLst>
              <a:gd name="adj" fmla="val 6667"/>
            </a:avLst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2491740" y="3017520"/>
            <a:ext cx="1499616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 Pipeline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(Extract·Validate·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Transform)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064508" y="3017520"/>
            <a:ext cx="25603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320540" y="3017520"/>
            <a:ext cx="1645920" cy="1371600"/>
          </a:xfrm>
          <a:prstGeom prst="roundRect">
            <a:avLst>
              <a:gd name="adj" fmla="val 6667"/>
            </a:avLst>
          </a:prstGeom>
          <a:solidFill>
            <a:srgbClr val="065A82"/>
          </a:solidFill>
          <a:ln/>
        </p:spPr>
      </p:sp>
      <p:sp>
        <p:nvSpPr>
          <p:cNvPr id="11" name="Text 9"/>
          <p:cNvSpPr/>
          <p:nvPr/>
        </p:nvSpPr>
        <p:spPr>
          <a:xfrm>
            <a:off x="4393692" y="3017520"/>
            <a:ext cx="1499616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(Star Schema)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966460" y="3017520"/>
            <a:ext cx="25603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222492" y="3017520"/>
            <a:ext cx="1645920" cy="1371600"/>
          </a:xfrm>
          <a:prstGeom prst="roundRect">
            <a:avLst>
              <a:gd name="adj" fmla="val 6667"/>
            </a:avLst>
          </a:prstGeom>
          <a:solidFill>
            <a:srgbClr val="1C7293"/>
          </a:solidFill>
          <a:ln/>
        </p:spPr>
      </p:sp>
      <p:sp>
        <p:nvSpPr>
          <p:cNvPr id="14" name="Text 12"/>
          <p:cNvSpPr/>
          <p:nvPr/>
        </p:nvSpPr>
        <p:spPr>
          <a:xfrm>
            <a:off x="6295644" y="3017520"/>
            <a:ext cx="1499616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Analytics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(KPIs, Views)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7868412" y="3017520"/>
            <a:ext cx="25603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8124444" y="3017520"/>
            <a:ext cx="1645920" cy="1371600"/>
          </a:xfrm>
          <a:prstGeom prst="roundRect">
            <a:avLst>
              <a:gd name="adj" fmla="val 6667"/>
            </a:avLst>
          </a:prstGeom>
          <a:solidFill>
            <a:srgbClr val="065A82"/>
          </a:solidFill>
          <a:ln/>
        </p:spPr>
      </p:sp>
      <p:sp>
        <p:nvSpPr>
          <p:cNvPr id="17" name="Text 15"/>
          <p:cNvSpPr/>
          <p:nvPr/>
        </p:nvSpPr>
        <p:spPr>
          <a:xfrm>
            <a:off x="8197596" y="3017520"/>
            <a:ext cx="1499616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9770364" y="3017520"/>
            <a:ext cx="25603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10026396" y="3017520"/>
            <a:ext cx="1645920" cy="1371600"/>
          </a:xfrm>
          <a:prstGeom prst="roundRect">
            <a:avLst>
              <a:gd name="adj" fmla="val 6667"/>
            </a:avLst>
          </a:prstGeom>
          <a:solidFill>
            <a:srgbClr val="21C39A"/>
          </a:solidFill>
          <a:ln/>
        </p:spPr>
      </p:sp>
      <p:sp>
        <p:nvSpPr>
          <p:cNvPr id="20" name="Text 18"/>
          <p:cNvSpPr/>
          <p:nvPr/>
        </p:nvSpPr>
        <p:spPr>
          <a:xfrm>
            <a:off x="10099548" y="3017520"/>
            <a:ext cx="1499616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D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Insights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0D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822960" y="5029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local component is designed to map directly onto a named AWS service — cloud-ready by design, cloud-cost-free by choice.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57200" y="65105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A9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RetailPulse  ·  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Features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CE6EA"/>
            </a:solidFill>
            <a:prstDash val="solid"/>
          </a:ln>
          <a:effectLst>
            <a:outerShdw blurRad="76200" dist="25400" dir="5400000" algn="bl" rotWithShape="0">
              <a:srgbClr val="0D2436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04672" y="1627632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" y="162763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2121408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Multi-File ETL Pipeline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777240" y="2542032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→ Validate → Transform → Load, with logged data-quality checks at every stage.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25112" y="137160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CE6EA"/>
            </a:solidFill>
            <a:prstDash val="solid"/>
          </a:ln>
          <a:effectLst>
            <a:outerShdw blurRad="76200" dist="25400" dir="5400000" algn="bl" rotWithShape="0">
              <a:srgbClr val="0D2436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81144" y="1627632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4581144" y="162763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53712" y="2121408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Star Schema Warehouse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4553712" y="2542032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 + dimension tables in PostgreSQL — proper data modeling, not a flat dump.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101584" y="137160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CE6EA"/>
            </a:solidFill>
            <a:prstDash val="solid"/>
          </a:ln>
          <a:effectLst>
            <a:outerShdw blurRad="76200" dist="25400" dir="5400000" algn="bl" rotWithShape="0">
              <a:srgbClr val="0D2436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357616" y="1627632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5" name="Text 13"/>
          <p:cNvSpPr/>
          <p:nvPr/>
        </p:nvSpPr>
        <p:spPr>
          <a:xfrm>
            <a:off x="8357616" y="162763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330184" y="2121408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SQL Analytics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8330184" y="2542032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Joins, CTEs, window functions, and views answering real business questions.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48640" y="361188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CE6EA"/>
            </a:solidFill>
            <a:prstDash val="solid"/>
          </a:ln>
          <a:effectLst>
            <a:outerShdw blurRad="76200" dist="25400" dir="5400000" algn="bl" rotWithShape="0">
              <a:srgbClr val="0D2436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04672" y="3867912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0" name="Text 18"/>
          <p:cNvSpPr/>
          <p:nvPr/>
        </p:nvSpPr>
        <p:spPr>
          <a:xfrm>
            <a:off x="804672" y="386791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777240" y="4361688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Interactive Dashboard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777240" y="4782312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KPIs, charts, and filters built with Streamlit for a live, clickable demo.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325112" y="361188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CE6EA"/>
            </a:solidFill>
            <a:prstDash val="solid"/>
          </a:ln>
          <a:effectLst>
            <a:outerShdw blurRad="76200" dist="25400" dir="5400000" algn="bl" rotWithShape="0">
              <a:srgbClr val="0D2436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581144" y="3867912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5" name="Text 23"/>
          <p:cNvSpPr/>
          <p:nvPr/>
        </p:nvSpPr>
        <p:spPr>
          <a:xfrm>
            <a:off x="4581144" y="386791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4553712" y="4361688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Modular AI Insights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4553712" y="4782312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Data-quality narratives, business summaries, and NL Q&amp;A — Claude API or free fallback.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8101584" y="361188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CE6EA"/>
            </a:solidFill>
            <a:prstDash val="solid"/>
          </a:ln>
          <a:effectLst>
            <a:outerShdw blurRad="76200" dist="25400" dir="5400000" algn="bl" rotWithShape="0">
              <a:srgbClr val="0D2436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8357616" y="3867912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0" name="Text 28"/>
          <p:cNvSpPr/>
          <p:nvPr/>
        </p:nvSpPr>
        <p:spPr>
          <a:xfrm>
            <a:off x="8357616" y="386791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8330184" y="4361688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Cloud-Ready Architecture</a:t>
            </a:r>
            <a:endParaRPr lang="en-US" sz="1450" dirty="0"/>
          </a:p>
        </p:txBody>
      </p:sp>
      <p:sp>
        <p:nvSpPr>
          <p:cNvPr id="32" name="Text 30"/>
          <p:cNvSpPr/>
          <p:nvPr/>
        </p:nvSpPr>
        <p:spPr>
          <a:xfrm>
            <a:off x="8330184" y="4782312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component documented with its real AWS equivalent, at zero AWS cost.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457200" y="65105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A9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RetailPulse  ·  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24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Technical Approach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1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Local-first, cloud-ready — no AWS spend required to build or demo.</a:t>
            </a:r>
            <a:endParaRPr lang="en-US" sz="15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74520"/>
          <a:ext cx="8138160" cy="3017520"/>
        </p:xfrm>
        <a:graphic>
          <a:graphicData uri="http://schemas.openxmlformats.org/drawingml/2006/table">
            <a:tbl>
              <a:tblPr/>
              <a:tblGrid>
                <a:gridCol w="457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Local / Free Component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FB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FB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FB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FB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 AWS Equivalent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FB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FB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FB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FB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D2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CSV landing zone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FB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FB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FB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FB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D2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Amazon S3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FB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FB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FB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FB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D2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 / Pandas ETL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FB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FB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FB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FB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D2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AWS Glue or Lambda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FB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FB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FB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FB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D2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PostgreSQL (local + Neon/Supabase free tier)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FB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FB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FB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FB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D2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Amazon Redshift / RDS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FB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FB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FB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FB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D2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 pipeline trigger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FB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FB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FB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FB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D2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Step Functions / EventBridge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FB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FB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FB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FB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D2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Streamlit Community Cloud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FB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FB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FB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FB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D2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ECS / EC2 / Amplify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9FB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FB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FB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FB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915400" y="1920240"/>
            <a:ext cx="2743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C7D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Stack: Python · Pandas · PostgreSQL / SQLite · SQL (CTEs, window functions) · Streamlit · Plotly · Claude API (optional)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457200" y="65105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F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RetailPulse  ·  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Insights — Small, Credible, Modular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sits on top of a real pipeline — it never replaces the data engineering.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251460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CE6EA"/>
            </a:solidFill>
            <a:prstDash val="solid"/>
          </a:ln>
          <a:effectLst>
            <a:outerShdw blurRad="76200" dist="25400" dir="5400000" algn="bl" rotWithShape="0">
              <a:srgbClr val="0D2436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86484" y="2221992"/>
            <a:ext cx="438912" cy="438912"/>
          </a:xfrm>
          <a:prstGeom prst="ellipse">
            <a:avLst/>
          </a:prstGeom>
          <a:solidFill>
            <a:srgbClr val="21C39A"/>
          </a:solidFill>
          <a:ln/>
        </p:spPr>
      </p:sp>
      <p:sp>
        <p:nvSpPr>
          <p:cNvPr id="6" name="Text 4"/>
          <p:cNvSpPr/>
          <p:nvPr/>
        </p:nvSpPr>
        <p:spPr>
          <a:xfrm>
            <a:off x="1586484" y="222199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24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5800" y="278892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Data-Quality Narrative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85800" y="333756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Explains validation results in plain English.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91840" y="1965960"/>
            <a:ext cx="251460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CE6EA"/>
            </a:solidFill>
            <a:prstDash val="solid"/>
          </a:ln>
          <a:effectLst>
            <a:outerShdw blurRad="76200" dist="25400" dir="5400000" algn="bl" rotWithShape="0">
              <a:srgbClr val="0D2436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29684" y="2221992"/>
            <a:ext cx="438912" cy="438912"/>
          </a:xfrm>
          <a:prstGeom prst="ellipse">
            <a:avLst/>
          </a:prstGeom>
          <a:solidFill>
            <a:srgbClr val="21C39A"/>
          </a:solidFill>
          <a:ln/>
        </p:spPr>
      </p:sp>
      <p:sp>
        <p:nvSpPr>
          <p:cNvPr id="11" name="Text 9"/>
          <p:cNvSpPr/>
          <p:nvPr/>
        </p:nvSpPr>
        <p:spPr>
          <a:xfrm>
            <a:off x="4329684" y="222199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24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429000" y="278892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Summary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3429000" y="333756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Short, grounded paragraph on KPI trends.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35040" y="1965960"/>
            <a:ext cx="251460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CE6EA"/>
            </a:solidFill>
            <a:prstDash val="solid"/>
          </a:ln>
          <a:effectLst>
            <a:outerShdw blurRad="76200" dist="25400" dir="5400000" algn="bl" rotWithShape="0">
              <a:srgbClr val="0D2436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072884" y="2221992"/>
            <a:ext cx="438912" cy="438912"/>
          </a:xfrm>
          <a:prstGeom prst="ellipse">
            <a:avLst/>
          </a:prstGeom>
          <a:solidFill>
            <a:srgbClr val="21C39A"/>
          </a:solidFill>
          <a:ln/>
        </p:spPr>
      </p:sp>
      <p:sp>
        <p:nvSpPr>
          <p:cNvPr id="16" name="Text 14"/>
          <p:cNvSpPr/>
          <p:nvPr/>
        </p:nvSpPr>
        <p:spPr>
          <a:xfrm>
            <a:off x="7072884" y="222199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24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172200" y="278892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Anomaly Explanation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172200" y="333756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and explains unusual patterns.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778240" y="1965960"/>
            <a:ext cx="251460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CE6EA"/>
            </a:solidFill>
            <a:prstDash val="solid"/>
          </a:ln>
          <a:effectLst>
            <a:outerShdw blurRad="76200" dist="25400" dir="5400000" algn="bl" rotWithShape="0">
              <a:srgbClr val="0D2436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816084" y="2221992"/>
            <a:ext cx="438912" cy="438912"/>
          </a:xfrm>
          <a:prstGeom prst="ellipse">
            <a:avLst/>
          </a:prstGeom>
          <a:solidFill>
            <a:srgbClr val="21C39A"/>
          </a:solidFill>
          <a:ln/>
        </p:spPr>
      </p:sp>
      <p:sp>
        <p:nvSpPr>
          <p:cNvPr id="21" name="Text 19"/>
          <p:cNvSpPr/>
          <p:nvPr/>
        </p:nvSpPr>
        <p:spPr>
          <a:xfrm>
            <a:off x="9816084" y="222199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24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915400" y="278892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Natural-Language Q&amp;A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8915400" y="333756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simple questions using real query results.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4480560"/>
            <a:ext cx="11064240" cy="1234440"/>
          </a:xfrm>
          <a:prstGeom prst="roundRect">
            <a:avLst>
              <a:gd name="adj" fmla="val 7407"/>
            </a:avLst>
          </a:prstGeom>
          <a:solidFill>
            <a:srgbClr val="065A82"/>
          </a:solidFill>
          <a:ln/>
        </p:spPr>
      </p:sp>
      <p:sp>
        <p:nvSpPr>
          <p:cNvPr id="25" name="Text 23"/>
          <p:cNvSpPr/>
          <p:nvPr/>
        </p:nvSpPr>
        <p:spPr>
          <a:xfrm>
            <a:off x="914400" y="4480560"/>
            <a:ext cx="103327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Provider-agnostic design: Claude API used automatically when a key is configured — a fully free, deterministic fallback runs the exact same features when it isn't. The app always works at $0.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57200" y="65105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A9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RetailPulse  ·  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24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Scope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1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v1.0 intentionally leaves out — and the clear path to extend it.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3520440" cy="3840480"/>
          </a:xfrm>
          <a:prstGeom prst="roundRect">
            <a:avLst>
              <a:gd name="adj" fmla="val 3117"/>
            </a:avLst>
          </a:prstGeom>
          <a:solidFill>
            <a:srgbClr val="0F3245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219456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1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Near-Term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2834640"/>
            <a:ext cx="29718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E4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pytest data-quality test suite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E4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CI / scheduled pipeline runs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325112" y="1965960"/>
            <a:ext cx="3520440" cy="3840480"/>
          </a:xfrm>
          <a:prstGeom prst="roundRect">
            <a:avLst>
              <a:gd name="adj" fmla="val 3117"/>
            </a:avLst>
          </a:prstGeom>
          <a:solidFill>
            <a:srgbClr val="0F3245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53712" y="219456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1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Mid-Term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4599432" y="2834640"/>
            <a:ext cx="29718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E4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Lift ETL onto AWS Glue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E4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warehouse to Amazon Redshift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E4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as the real landing zone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101584" y="1965960"/>
            <a:ext cx="3520440" cy="3840480"/>
          </a:xfrm>
          <a:prstGeom prst="roundRect">
            <a:avLst>
              <a:gd name="adj" fmla="val 3117"/>
            </a:avLst>
          </a:prstGeom>
          <a:solidFill>
            <a:srgbClr val="0F3245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330184" y="219456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1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Long-Term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375904" y="2834640"/>
            <a:ext cx="29718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E4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Real-time/streaming ingestion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E4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Multi-user dashboard with auth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E4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Expanded AI: forecasting, recommendations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65105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F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RetailPulse  ·  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24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138927"/>
            <a:ext cx="2065020" cy="1645921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37160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Vision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2377440"/>
            <a:ext cx="9601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E4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RetailPulse proves that strong data engineering — not flashy AI alone — is what separates a credible Cloud Data Engineer candidate. Built entirely on free tools, it shows real pipeline design, real data modeling, and real SQL depth, with AI applied exactly where it adds value: as a thin, honest, optional layer on top.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22960" y="429768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21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portfolio project you can fully explain — end to end — under real interview pressure.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65105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F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RetailPulse  ·  09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735</Words>
  <Application>Microsoft Office PowerPoint</Application>
  <PresentationFormat>Widescreen</PresentationFormat>
  <Paragraphs>129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Palak Mishra</cp:lastModifiedBy>
  <cp:revision>2</cp:revision>
  <dcterms:created xsi:type="dcterms:W3CDTF">2026-08-12T05:11:17Z</dcterms:created>
  <dcterms:modified xsi:type="dcterms:W3CDTF">2026-08-12T05:14:03Z</dcterms:modified>
</cp:coreProperties>
</file>