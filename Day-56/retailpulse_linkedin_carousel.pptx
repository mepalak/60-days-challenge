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5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RETAILPULSE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760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breaks when you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data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3977640"/>
            <a:ext cx="1280160" cy="45720"/>
          </a:xfrm>
          <a:prstGeom prst="rect">
            <a:avLst/>
          </a:prstGeom>
          <a:solidFill>
            <a:srgbClr val="1E5F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25196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B6B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real walkthrough of the bugs found while shipping an ETL + dashboard MVP — Olist e-commerce data, Postgres, Streamlit.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8580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5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99,441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360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ORDERS PROCESSED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60320" y="68580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5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60320" y="7360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STRUCTURAL BUGS FIXED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0" y="68580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5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0" y="7360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DUPLICATE KEYS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8138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/ 03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5F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WENT WRONG FIRST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bugs, caught before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hit production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2423160"/>
            <a:ext cx="640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FD9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242316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Broken chain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2770632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B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Cleaned data was never saved to disk before the transform step tried to read it back.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5760720" cy="0"/>
          </a:xfrm>
          <a:prstGeom prst="line">
            <a:avLst/>
          </a:prstGeom>
          <a:noFill/>
          <a:ln w="12700">
            <a:solidFill>
              <a:srgbClr val="E4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02152"/>
            <a:ext cx="640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FD9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350215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Import mismatch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3849624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B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run_pipeline.py imported db.load — but load.py lived in etl/. Simple typo, total failure.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507992"/>
            <a:ext cx="5760720" cy="0"/>
          </a:xfrm>
          <a:prstGeom prst="line">
            <a:avLst/>
          </a:prstGeom>
          <a:noFill/>
          <a:ln w="12700">
            <a:solidFill>
              <a:srgbClr val="E4E1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581144"/>
            <a:ext cx="640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FD9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34440" y="4581144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Missing join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4928616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B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fact_orders had no product_id or seller_id — the order_items table was never joined in.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586984"/>
            <a:ext cx="5760720" cy="0"/>
          </a:xfrm>
          <a:prstGeom prst="line">
            <a:avLst/>
          </a:prstGeom>
          <a:noFill/>
          <a:ln w="12700">
            <a:solidFill>
              <a:srgbClr val="E4E1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660136"/>
            <a:ext cx="640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FD9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5660136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Load order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6007608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B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Fact table loaded before its dimension tables — foreign keys rejected every row.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6665976"/>
            <a:ext cx="5760720" cy="0"/>
          </a:xfrm>
          <a:prstGeom prst="line">
            <a:avLst/>
          </a:prstGeom>
          <a:noFill/>
          <a:ln w="12700">
            <a:solidFill>
              <a:srgbClr val="E4E1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739128"/>
            <a:ext cx="640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FD9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34440" y="673912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Silent nulls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708660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B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775 orders had no line items in source data — surfaced explicitly, not hidden.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8138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/ 03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5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EC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TAKEAWAY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760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“It looks right”</a:t>
            </a:r>
            <a:endParaRPr lang="en-US" sz="3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“it runs correctly”</a:t>
            </a:r>
            <a:endParaRPr lang="en-US" sz="3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different claims.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4114800"/>
            <a:ext cx="128016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38912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8EC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fix here came from actually running the pipeline against real data — not from re-reading the code and assuming it was fine.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5907024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Trace every file dependency end-to-end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6364224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 it before you call it done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6821424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6766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Surface data gaps — don't hide them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8138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C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/ 03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2026-08-17T15:13:34Z</dcterms:created>
  <dcterms:modified xsi:type="dcterms:W3CDTF">2026-08-17T15:13:34Z</dcterms:modified>
</cp:coreProperties>
</file>